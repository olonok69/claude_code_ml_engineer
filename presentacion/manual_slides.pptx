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Picture 1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E8EAED"/>
                </a:solidFill>
                <a:latin typeface="Segoe UI"/>
              </a:rPr>
              <a:t>Un </a:t>
            </a:r>
            <a:r>
              <a:rPr sz="3000" b="1" dirty="0" err="1">
                <a:solidFill>
                  <a:srgbClr val="E8EAED"/>
                </a:solidFill>
                <a:latin typeface="Segoe UI"/>
              </a:rPr>
              <a:t>ejemplo</a:t>
            </a:r>
            <a:r>
              <a:rPr sz="3000" b="1" dirty="0">
                <a:solidFill>
                  <a:srgbClr val="E8EAED"/>
                </a:solidFill>
                <a:latin typeface="Segoe UI"/>
              </a:rPr>
              <a:t> real, </a:t>
            </a:r>
            <a:r>
              <a:rPr lang="en-GB" sz="3000" b="1" dirty="0" err="1">
                <a:solidFill>
                  <a:srgbClr val="E8EAED"/>
                </a:solidFill>
                <a:latin typeface="Segoe UI"/>
              </a:rPr>
              <a:t>Arquitectura</a:t>
            </a:r>
            <a:r>
              <a:rPr lang="en-GB" sz="3000" b="1" dirty="0">
                <a:solidFill>
                  <a:srgbClr val="E8EAED"/>
                </a:solidFill>
                <a:latin typeface="Segoe UI"/>
              </a:rPr>
              <a:t> </a:t>
            </a:r>
            <a:r>
              <a:rPr lang="en-GB" sz="3000" b="1" dirty="0" err="1">
                <a:solidFill>
                  <a:srgbClr val="E8EAED"/>
                </a:solidFill>
                <a:latin typeface="Segoe UI"/>
              </a:rPr>
              <a:t>Aplicacion</a:t>
            </a:r>
            <a:endParaRPr sz="3000" b="1" dirty="0">
              <a:solidFill>
                <a:srgbClr val="E8EAED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" y="1387551"/>
            <a:ext cx="11308842" cy="54133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