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 AND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several Claudes coordinating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A </a:t>
            </a:r>
            <a:r>
              <a:rPr sz="3000" b="1" dirty="0" err="1">
                <a:solidFill>
                  <a:srgbClr val="E8EAED"/>
                </a:solidFill>
                <a:latin typeface="Segoe UI"/>
              </a:rPr>
              <a:t>example</a:t>
            </a:r>
            <a:r>
              <a:rPr sz="3000" b="1" dirty="0">
                <a:solidFill>
                  <a:srgbClr val="E8EAED"/>
                </a:solidFill>
                <a:latin typeface="Segoe UI"/>
              </a:rPr>
              <a:t> real,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Architecture</a:t>
            </a:r>
            <a:r>
              <a:rPr lang="en-GB" sz="3000" b="1" dirty="0">
                <a:solidFill>
                  <a:srgbClr val="E8EAED"/>
                </a:solidFill>
                <a:latin typeface="Segoe UI"/>
              </a:rPr>
              <a:t> </a:t>
            </a:r>
            <a:r>
              <a:rPr lang="en-GB" sz="3000" b="1" dirty="0" err="1">
                <a:solidFill>
                  <a:srgbClr val="E8EAED"/>
                </a:solidFill>
                <a:latin typeface="Segoe UI"/>
              </a:rPr>
              <a:t>Application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it's written in the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surfaces the danger zone (a SHARP_EDGE constraining the fix); git/gh give the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(Playwright/F12) → the Lambda is responsible.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previous base: already empty → pre-existing, not a regression.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locate the detector; a deterministic _diag_pdf.py gives the cause: NO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Sanitize → the human does push/PR. A bot catches one more case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doesn't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