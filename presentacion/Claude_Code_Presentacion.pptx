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grafo de tickets · transferencia · 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dos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El grafo de conocimiento de tickets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Transferir la metodología (Copilot)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Sincronización de máquinas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es esto en producción — gsd-planner, gsd-executor, gsd-verifier son subagentes custom distribuidos como plugin.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El grafo de conocimiento de tickets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Transferir a otro agente (Copilot)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 · Sincronización de máquinas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13 ·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11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hecho tooling: subagentes gsd-* + estado en .planning/. Automatiza los gates 5-7.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proyecto: tickets + sharp edges. History-first sin LLM (sección 10).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Es la Parte 1 aplicada: </a:t>
            </a:r>
            <a:r>
              <a:rPr sz="1150" b="0">
                <a:solidFill>
                  <a:srgbClr val="9AA4B2"/>
                </a:solidFill>
                <a:latin typeface="Segoe UI"/>
              </a:rPr>
              <a:t>subagentes custom (sección 06) + skills, distribuidos como plugin (sección 05).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CodeGraph, pero para tickets y lecciones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Grafo sobre los .md del proyecto (data/, interno)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Nodos: tickets + símbolos + invariantes + lecciones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 tipadas: references / supersedes / relacionado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Comunidades = zonas de peligro (fin-de-carta, títulos…)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Determinista, sin LLM en la consulta (lee graph.json)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Skill /kg  (envuelve graphify explain/path)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 # vecinos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 # nombre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 # reconstruir el grafo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13632"/>
            <a:ext cx="5349240" cy="102412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23360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la historia: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corre /kg &lt;ticket|tema&gt; ANTES de grep — saca los tickets relacionados + la zona de peligro a leer. Apunta a qué leer, no lo sustituye.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Ejemplo real: /kg get_letter_end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devuelve al instante los 5-6 tickets que comparten ese código — la zona de peligro completa.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grafo es el mapa; el agente, el guía. Recall de zonas de peligro que si no tendrías que recordar.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construye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65836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1956816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65960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92807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Corpus curado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92807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manifest.txt DIFFEABLE: writeups sst-*, hubs (STATUS, SHARP_EDGES), runbooks, memoria. Sin binarios ni copias stale.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78608"/>
            <a:ext cx="10927080" cy="65836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" y="2706624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715768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642615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prepare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642615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kg_refresh.sh: manifest → stage → copiar a un SCRATCH FUERA del repo (graphify respeta .gitignore y data/ lo está).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28415"/>
            <a:ext cx="10927080" cy="65836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6384" y="3456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3465575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392423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/graphify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392423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Extracción semántica con ~5 subagentes en paralelo → clustering. El único paso con LLM: en el BUILD, nunca en la consulta.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10927080" cy="65836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4206240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215384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142232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finalize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42232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Copiar artefactos (graph.json tipado + graph.html + GRAPH_REPORT.md) + leak-check: nada fuera de data/.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10927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Dónde se engancha: </a:t>
            </a:r>
            <a:r>
              <a:rPr sz="1150" b="0">
                <a:solidFill>
                  <a:srgbClr val="9AA4B2"/>
                </a:solidFill>
                <a:latin typeface="Segoe UI"/>
              </a:rPr>
              <a:t>etapa 1 (Orientar) — la regla history-first del CLAUDE.md. Honestidad: la ganancia es recall en zonas densas; EXTRACTED = fiable, INFERRED = pista. Artefacto derivado: nunca viaja, se reconstruye (sección 12).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build; cero LLM en la consulta. Por eso es un skill, no un script.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12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· el método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GSD · /kg: barato→caro, determinista→LLM.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GitHub Copilot: la disciplina viaja.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Hasta en ops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Machine-sync con guardrails: el mismo método fuera del código.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