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SESIÓN TÉCNICA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977639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9AA4B2"/>
                </a:solidFill>
                <a:latin typeface="Segoe UI"/>
              </a:rPr>
              <a:t>Instalación · Memoria &amp; sesiones · MCP · Skills &amp; plugins · Automatización · Metodología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 y CodeGraph.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vamos a recorrer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2082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740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Instalación y uso básico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4144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Instalar en una línea; interactivo vs headless (-p)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082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05740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Memoria, instrucciones y sesiones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0" y="244144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CLAUDE.md de dos niveles, permisos, sesiones que viajan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25526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9184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675887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Conectar tus herramientas: scopes y servers reales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25526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329184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Plugins, tools y skills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675887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4 capas de extensibilidad + subagentes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48970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452628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491032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Hooks, CI, scheduling y Agent SDK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9672" y="448970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452628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Metodología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491032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 · GSD · CodeGraph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la 1ª vez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motor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sesiones en paralelo)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tareas largas)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03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04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workflows a medida (menor privilegio)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 — history-first Y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 + gate outbound (contrato)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Ninguna etapa dice 'pídele al LLM que lo arregle': la potencia se canaliza por gates.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Claude,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usa Serena antes de abrir ficheros de 4–6k líneas · find_referencing_symbols SIEMPRE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774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774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STATUS.md / ledgers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774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803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2607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92607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(símbolos) · CodeGraph (rutas + blast radius)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92607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determinista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74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74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74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77639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233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0233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40233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526279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7199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7199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7199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74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2064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12064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12064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STATUS.md revela un SHARP_EDGE que restringe el fix; git/gh dan la base correcta.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por propiedad estructural (no cliente) → regresión byte-idéntica + contrato local.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binario del AWS CLI se reinstala en destino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los docs gitignored de data/ (unos MB)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“Descubre, no asumas”: deriva la raíz (ls -d /mnt/*/ILS)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GSD automatiza los gates que la metodología aplica a mano: plan, verificación, rastro durable.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de llamada + blast radius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watch     # re-indexa en vivo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mcp       # server para Claude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319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vs. Serena/grep: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CodeGraph = fuente + callers + blast radius en 1 consulta. Serena = overview/símbolos. grep = texto plano.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0253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2938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Instalar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4028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Una línea; interactivo para pensar, -p para automatizar.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0253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2938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Memoria &amp; sesiones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4028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Contexto lean de dos niveles; sesiones que viajan.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09981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266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33756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 tus datos, docs, navegador y tooling.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09981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0266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 &amp; plugins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33756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Empaqueta y distribuye flujos repetibles.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19709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12394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43484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 que garantizan calidad; CI; scheduling; SDK.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19709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12394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Metodología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43484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disciplinado: 11 etapas, gates, tools reales.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