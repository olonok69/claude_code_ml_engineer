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SESIÓN TÉCNICA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de asistente a </a:t>
            </a:r>
            <a:r>
              <a:rPr sz="2600" b="1">
                <a:solidFill>
                  <a:srgbClr val="E8EAED"/>
                </a:solidFill>
                <a:latin typeface="Segoe UI"/>
              </a:rPr>
              <a:t>sistema de desarrollo agéntico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977639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9AA4B2"/>
                </a:solidFill>
                <a:latin typeface="Segoe UI"/>
              </a:rPr>
              <a:t>Instalación · Memoria &amp; sesiones · MCP · Skills &amp; plugins · Automatización · Metodología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Basado en la documentación oficial (code.claude.com), el curso de hooks de Anthropic, GSD y CodeGraph.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vamos a recorrer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20824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740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Instalación y uso básico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41448"/>
            <a:ext cx="39776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Instalar en una línea; interactivo vs headless (-p)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9672" y="2020824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205740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Memoria, instrucciones y sesiones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0" y="2441448"/>
            <a:ext cx="39776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CLAUDE.md de dos niveles, permisos, sesiones que viajan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0896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6112" y="3255264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9184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3675887"/>
            <a:ext cx="39776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Conectar tus herramientas: scopes y servers reales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10896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9672" y="3255264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329184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Plugins, tools y skills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675887"/>
            <a:ext cx="39776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4 capas de extensibilidad + subagentes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4340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4489704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452628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Automatización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19" y="4910328"/>
            <a:ext cx="39776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Hooks, CI, scheduling y Agent SDK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34340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19672" y="4489704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452628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Metodología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0" y="4910328"/>
            <a:ext cx="39776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Agente disciplinado · GSD · CodeGraph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Instalar es una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(recomendado)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con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para actualizar).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 el instalador PowerShell.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dirty="0">
                <a:solidFill>
                  <a:srgbClr val="9AA4B2"/>
                </a:solidFill>
                <a:latin typeface="Segoe UI"/>
              </a:rPr>
              <a:t>apt /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dnf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/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apk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9AA4B2"/>
                </a:solidFill>
                <a:latin typeface="Segoe UI"/>
              </a:rPr>
              <a:t>en</a:t>
            </a:r>
            <a:r>
              <a:rPr sz="1100" b="0" dirty="0">
                <a:solidFill>
                  <a:srgbClr val="9AA4B2"/>
                </a:solidFill>
                <a:latin typeface="Segoe UI"/>
              </a:rPr>
              <a:t> Debian, Fedora, RHEL, Alpine.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3977638"/>
            <a:ext cx="5394960" cy="1527049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49377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>
                <a:solidFill>
                  <a:srgbClr val="E8EAED"/>
                </a:solidFill>
                <a:latin typeface="Consolas"/>
              </a:rPr>
              <a:t>cd 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tu-proyecto</a:t>
            </a:r>
            <a:endParaRPr sz="1150" b="0" dirty="0">
              <a:solidFill>
                <a:srgbClr val="E8EAED"/>
              </a:solidFill>
              <a:latin typeface="Consolas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 err="1">
                <a:solidFill>
                  <a:srgbClr val="E8EAED"/>
                </a:solidFill>
                <a:latin typeface="Consolas"/>
              </a:rPr>
              <a:t>claude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            # login la 1ª 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vez</a:t>
            </a:r>
            <a:endParaRPr sz="1150" b="0" dirty="0">
              <a:solidFill>
                <a:srgbClr val="E8EAED"/>
              </a:solidFill>
              <a:latin typeface="Consolas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309360" y="4087368"/>
            <a:ext cx="5257800" cy="14173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73952" y="4133087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dirty="0">
                <a:solidFill>
                  <a:srgbClr val="7AA2C7"/>
                </a:solidFill>
                <a:latin typeface="Segoe UI"/>
              </a:rPr>
              <a:t>El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mismo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motor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en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todas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4553712"/>
            <a:ext cx="4754880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dirty="0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dirty="0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Desktop (diffs,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sesiones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en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paralelo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dirty="0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Web (claude.ai/code,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tareas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150" b="0" dirty="0" err="1">
                <a:solidFill>
                  <a:srgbClr val="E8EAED"/>
                </a:solidFill>
                <a:latin typeface="Segoe UI"/>
              </a:rPr>
              <a:t>largas</a:t>
            </a:r>
            <a:r>
              <a:rPr sz="1150" b="0" dirty="0">
                <a:solidFill>
                  <a:srgbClr val="E8EAED"/>
                </a:solidFill>
                <a:latin typeface="Segoe UI"/>
              </a:rPr>
              <a:t>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" y="416052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dirty="0" err="1">
                <a:solidFill>
                  <a:srgbClr val="7AA2C7"/>
                </a:solidFill>
                <a:latin typeface="Segoe UI"/>
              </a:rPr>
              <a:t>Arrancar</a:t>
            </a:r>
            <a:r>
              <a:rPr sz="11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100" b="1" dirty="0" err="1">
                <a:solidFill>
                  <a:srgbClr val="7AA2C7"/>
                </a:solidFill>
                <a:latin typeface="Segoe UI"/>
              </a:rPr>
              <a:t>en</a:t>
            </a:r>
            <a:r>
              <a:rPr sz="11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100" b="1" dirty="0" err="1">
                <a:solidFill>
                  <a:srgbClr val="7AA2C7"/>
                </a:solidFill>
                <a:latin typeface="Segoe UI"/>
              </a:rPr>
              <a:t>cualquier</a:t>
            </a:r>
            <a:r>
              <a:rPr sz="11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100" b="1" dirty="0" err="1">
                <a:solidFill>
                  <a:srgbClr val="7AA2C7"/>
                </a:solidFill>
                <a:latin typeface="Segoe UI"/>
              </a:rPr>
              <a:t>proyecto</a:t>
            </a:r>
            <a:endParaRPr sz="1100" b="1" dirty="0">
              <a:solidFill>
                <a:srgbClr val="7AA2C7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Abres `claude` y conversas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prompt: entra por stdin, sale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 y en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toda la automatización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Claude, dos formas de invocarlo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"revisa estos ficheros por seguridad"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ledgers autocontenidos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Recortamos el CLAUDE.md ~73% sin perder información: punteros, no copias.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INSTRUCCIONES, PERMISOS Y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Jerarquía, permisos y memoria automática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Jerarquía de CLAUDE.md (se combinan)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global usuario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compartido (versionado)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al entrar en la subcarpeta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 versionado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 específico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Reglas concretas, no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pytest exacto…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guarda aprendizajes (comandos de build, pistas de debug) entre sesiones sin que escribas nada.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Sesiones que viajan entre superficies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trae una sesión web/móvil al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Sigue una sesión local desde el móvil o cualquier navegador.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pasa la sesión al Desktop para revisar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Empuja eventos externos o convierte un bug de Slack en un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motor y los mismos CLAUDE.md/settings/MCP en todas las superficies.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03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Estándar abierto para enchufar Claude a datos y tools externas. Las tools aparecen como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solo tú, esta máquina.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en la raíz, versionado, compartido con el equipo.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todos tus proyectos.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estado      /mcp   # auth OAuth y tools dentro de la sesión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04 · PLUGINS, TOOLS Y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Cuatro capas de extensibilidad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Claude puede hacer: Read/Edit/Bash/Grep/Task + mcp__*. Gobernadas por permisos.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El cuerpo es el prompt. Lo invocas tú.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con description. Claude la auto-selecciona; lleva scripts/plantillas.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Agrupan skills+comandos+agentes+MCP+hooks. /plugin install. GSD es uno.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atajo que invocas tú. Skill = capacidad que Claude decide usar.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05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sobre el nombre de la tool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permite · exit 2 BLOQUEA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intención (tool_input) · Post = resultado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console.error("Bloqueado: no leas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instrucciones le pides que se porte bien; con un hook lo garantizas.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05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programados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 (prettier), type-check bloqueante, 'IA revisando IA' vía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en cualquier tubería Unix o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sobre cada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infra Anthropic) · Desktop tasks · /loop.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803904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Agent SDK — workflows a medida (menor privilegio)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1430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112" y="4297680"/>
            <a:ext cx="104698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query } from "@anthropic-ai/claude-agent-sdk";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for await (const m of query({ prompt, options: { allowedTools: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if (m.type === "result") console.log(m.result);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Gates de evidencia + el tooling que los encarna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30632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Los gates que no se saltan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240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'Sin prueba local no está hecho'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Oráculo determinista antes de la tirada de pago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Solución genérica con prueba no-op (salida byte-idéntica)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Gate de sanitización: sin nombres/tickets/secretos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'Variación del LLM' = conclusión de último recurso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30632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tooling que lo encarna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240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— ciclo discutir→planificar→ejecutar→verificar, estado en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CodeGraph — grafo del código: fuente + callers + blast radius en 1 consulta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Serena (navegación) · Playwright (verificar UI) · AWS CLI (diagnóstico)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198424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0253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2938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Instalar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40280"/>
            <a:ext cx="437540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Una línea; interactivo para pensar, -p para automatizar.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78308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198424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0253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2938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Memoria &amp; sesiones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40280"/>
            <a:ext cx="437540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Contexto lean de dos niveles; sesiones que viajan.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88036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0815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09981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266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337560"/>
            <a:ext cx="437540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Conecta tus datos, docs, navegador y tooling.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288036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0815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09981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0266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 &amp; plugins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337560"/>
            <a:ext cx="437540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Empaqueta y distribuye flujos repetibles.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97764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41247" y="417880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7" y="419709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12394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Automatización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434840"/>
            <a:ext cx="437540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Hooks que garantizan calidad; CI; scheduling; SDK.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397764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432804" y="417880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32804" y="419709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12394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Metodología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434840"/>
            <a:ext cx="437540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Agente disciplinado con gates de evidencia.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code.claude.com/docs  ·  github.com/tomascortereal/claude-code-setup  ·  colbymchenry.github.io/codegraph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828</TotalTime>
  <Words>1662</Words>
  <Application>Microsoft Office PowerPoint</Application>
  <PresentationFormat>Widescreen</PresentationFormat>
  <Paragraphs>240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Jan SHR</cp:lastModifiedBy>
  <cp:revision>2</cp:revision>
  <dcterms:created xsi:type="dcterms:W3CDTF">2013-01-27T09:14:16Z</dcterms:created>
  <dcterms:modified xsi:type="dcterms:W3CDTF">2026-07-06T05:53:06Z</dcterms:modified>
  <cp:category/>
</cp:coreProperties>
</file>