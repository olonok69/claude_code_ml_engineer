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3" r:id="rId4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94" r:id="rId45"/>
    <p:sldId id="272" r:id="rId23"/>
    <p:sldId id="273" r:id="rId24"/>
    <p:sldId id="274" r:id="rId25"/>
    <p:sldId id="275" r:id="rId26"/>
    <p:sldId id="276" r:id="rId27"/>
    <p:sldId id="295" r:id="rId46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Claude Code: instalación · memoria · contexto &amp; caching · MCP · skills · subagents &amp; teams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comandos /kg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GSD, CodeGraph y una instalación real en producción.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y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y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 la metodología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comandos /kg · el grafo real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binario en tu terminal a equipos de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y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combinan; @fichero importa)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~4.200 tokens — oculto,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al arrancar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índice ~120 tokens; el schema, al usar la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Tu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que tú decidas — por eso el patrón de dos niveles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desglose de uso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céntrate en la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entre tareas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Ventana: 200K tokens (1M en beta vía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El rendimiento degrada ANTES de llenarla: contexto con ruido = peores decisiones. Auto-compact salta cerca del límite y es lossy — mejor /compact manual con foco.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Mide con /context antes de optimizar: te dice exactamente qué bloque engorda.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CLAUDE.md mínimo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Regla oficial: si puedes borrarlo sin que Claude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Carga bajo demanda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y CLAUDE.md de subcarpeta solo cargan cuando tocan. El detalle vive fuera.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Subagentes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subagente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config/auth.js”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Cada turno reenvía TODO el contexto. La API cachea el prefijo estable —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mira los contadores de cache.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en Claude Code: tú decides el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CLAUDE.md pequeño y estable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nunca cambia → hits en cada turno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CLAUDE.md/settings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prefijo → invalida el cache desde ahí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escrituras caras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Sesión larga, turnos frecuentes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El historial se relee a 0.1× — el caso ideal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Reescribe el historial → rompe el cache de mensajes una vez, y sigue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Claude Code no expone cache_control: lo aplica solo (system + tools + historial = prefijo). Tus decisiones de la slide anterior determinan el hit-rate.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Y cuesta menos: dos niveles optimiza ambos ejes a la vez.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cada server suma contexto — sección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La 5ª capa — subagentes y equipos de agentes — merece sección propia: es la siguiente.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 Plugin = el reparto.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Subagentes: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(tool Task)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búsqueda read-only por el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diseñar la estrategia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multi-paso, todos los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paralelo para trabajo independiente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un .md con frontmatter (/agents los lista)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Revisa vulnerabilidades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tras cambios en auth o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Eres un ingeniero de seguridad senior…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contexto en el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auto-selección · tools = allowlist propio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reales en ejemplos/subagents/: security-reviewer y refactor-scout (regla CodeGraph→Serena).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La arquitectura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cada uno una SESIÓN completa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 list compartida: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Mensajería directa entre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Pueden debatir hallazgos, no solo reportar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tus subagentes custom reutilizados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Activar (off por defecto)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Límites hoy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/resume in-process · un team por sesión · sin anidar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requiere tmux o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teammate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“monta un equipo con un architect y dos implementers; exige aprobación de plan antes de tocar código”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Particiona los ficheros: cada teammate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¿Subagente o team?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teammate = sesión completa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mensajes entre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en paralelo)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Paralelismo real: revisión multi-capa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Nada, o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Env var experimental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empaqueta exactamente esto — gsd-planner, gsd-executor, gsd-verifier son subagentes custom como plugin (este proyecto usa el flujo data/changes/, no GSD — ver Parte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Subagente para que el ruido muera fuera; team para que varios Claudes debatan.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Claude Code,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 a otro agente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Sincronizar máquinas: transportar y compartir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Claude Code — es una forma de trabajar con CUALQUIER agente. La sección 10 lo demuestra transfiriéndola a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5 checks (instrumento → contrato → imagen)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477256"/>
            <a:ext cx="10927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■ </a:t>
            </a:r>
            <a:r>
              <a:rPr sz="1050" b="0">
                <a:solidFill>
                  <a:srgbClr val="9AA4B2"/>
                </a:solidFill>
                <a:latin typeface="Segoe UI"/>
              </a:rPr>
              <a:t>Coral = GATE (STOP: no escribir código).   </a:t>
            </a:r>
            <a:r>
              <a:rPr sz="1050" b="1">
                <a:solidFill>
                  <a:srgbClr val="E8EAED"/>
                </a:solidFill>
                <a:latin typeface="Segoe UI"/>
              </a:rPr>
              <a:t>Etapa 7, los 5 checks: </a:t>
            </a:r>
            <a:r>
              <a:rPr sz="1050" b="0">
                <a:solidFill>
                  <a:srgbClr val="9AA4B2"/>
                </a:solidFill>
                <a:latin typeface="Segoe UI"/>
              </a:rPr>
              <a:t>instrumento · contrato (wrapper) · miembros, no totales · imagen · mirar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(subagentes gsd-* + .planning/). Para greenfield multi-fase; este proyecto usa data/changes/, no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Grafo de tickets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LLM.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¿Lo usamos aquí?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este proyecto corre el flujo de 11 etapas + data/changes/, más depurado para fixes por ticket. GSD encaja en un greenfield multi-componente (roadmap → fases). Aquí ilustra la Parte 1: subagentes custom + skills como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productizado: GSD para greenfield multi-fase; aquí, data/changes/ afinado a fixes por ticket.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El subagente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de que es agnóstica: llevarla a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 re-mapea por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contrato: HTTP / DB / evento / artefacto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pirámide de tests y el runtime desplegado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reglas de sanitización locales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tools: Serena/CodeGraph//kg son fungibles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Plantillas STATUS · SHARP_EDGES · handover · QA + bootstrap-new-repo.ps1 → estructura en el repo destino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grafo de tickets: fallback determinista (STATUS newest-first + búsqueda léxica + historia de commits) = 80% del valor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 solo conservas cinco reglas, conserva esas cinco. Las tools se sustituyen; la disciplina viaja.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Sincronizar máquinas (A): transportar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Sincronizar máquinas (B): compartir sobre S3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10927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El tarball resuelve </a:t>
            </a:r>
            <a:r>
              <a:rPr sz="1200" b="1">
                <a:solidFill>
                  <a:srgbClr val="E8EAED"/>
                </a:solidFill>
                <a:latin typeface="Segoe UI"/>
              </a:rPr>
              <a:t>transportar</a:t>
            </a:r>
            <a:r>
              <a:rPr sz="1200" b="0">
                <a:solidFill>
                  <a:srgbClr val="9AA4B2"/>
                </a:solidFill>
                <a:latin typeface="Segoe UI"/>
              </a:rPr>
              <a:t> entre TUS máquinas. No resuelve </a:t>
            </a:r>
            <a:r>
              <a:rPr sz="1200" b="1">
                <a:solidFill>
                  <a:srgbClr val="E8EAED"/>
                </a:solidFill>
                <a:latin typeface="Segoe UI"/>
              </a:rPr>
              <a:t>compartir</a:t>
            </a:r>
            <a:r>
              <a:rPr sz="1200" b="0">
                <a:solidFill>
                  <a:srgbClr val="9AA4B2"/>
                </a:solidFill>
                <a:latin typeface="Segoe UI"/>
              </a:rPr>
              <a:t>: el registro es gitignored → no se puede enlazar desde un ticket, y cada persona acaba con su propio índice privado de la misma historia.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reglas que lo hacen seguro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Alcance estrecho: docs + grafo. Nada de datos de cliente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Escribe por sync · lee por mount de SOLO LECTURA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por defecto; --go explícito; --delete aparte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Versionado del bucket = red de recuperación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Fuente de verdad vs. derivado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Los docs mandan; el grafo se DERIVA de ellos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Los ficheros por ticket casi nunca chocan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es el único punto real de contención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→ reconstruir en local, o UN solo publisher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71416"/>
            <a:ext cx="10927080" cy="120700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72583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específico de los agentes: la máquina tiene 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9783"/>
            <a:ext cx="10424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Varias máquinas, permisos distintos → la sesión debe saber DÓNDE está antes de actuar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MACHINE_NAME / MACHINE_ROLE → IDENTITY.md (machine-local) ← CLAUDE.md apunta a él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mount escribible sobre almacenamiento de objetos no es una comodidad: es corrupción que descubres semanas después.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no con CodeGraph: la memoria del proyecto, navegable.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La Fase 1 fue un SPIKE con decisión keep/extend/replace: validar graphify off-the-shelf antes de invertir en extracción custom. Bastó — y se quedó.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comandos creados en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ÚNICO paso con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y /kg-refresh — skills de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/kg-refresh es un skill, no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(/graphify, subagentes en paralelo) es un paso de Claude; los bookends son deterministas.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panel de info, filtro por comunidad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# vecinos 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nombre exacto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reconstruir (barato)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del CLAUDE.md: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Una línea; CLAUDE.md de dos niveles; sesiones que viajan.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probado en Copilot; machine-sync con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Picture 1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E8EAED"/>
                </a:solidFill>
                <a:latin typeface="Segoe UI"/>
              </a:rPr>
              <a:t>Un </a:t>
            </a:r>
            <a:r>
              <a:rPr sz="3000" b="1" dirty="0" err="1">
                <a:solidFill>
                  <a:srgbClr val="E8EAED"/>
                </a:solidFill>
                <a:latin typeface="Segoe UI"/>
              </a:rPr>
              <a:t>ejemplo</a:t>
            </a:r>
            <a:r>
              <a:rPr sz="3000" b="1" dirty="0">
                <a:solidFill>
                  <a:srgbClr val="E8EAED"/>
                </a:solidFill>
                <a:latin typeface="Segoe UI"/>
              </a:rPr>
              <a:t> real, </a:t>
            </a:r>
            <a:r>
              <a:rPr lang="en-GB" sz="3000" b="1" dirty="0" err="1">
                <a:solidFill>
                  <a:srgbClr val="E8EAED"/>
                </a:solidFill>
                <a:latin typeface="Segoe UI"/>
              </a:rPr>
              <a:t>Arquitectura</a:t>
            </a:r>
            <a:r>
              <a:rPr lang="en-GB" sz="3000" b="1" dirty="0">
                <a:solidFill>
                  <a:srgbClr val="E8EAED"/>
                </a:solidFill>
                <a:latin typeface="Segoe UI"/>
              </a:rPr>
              <a:t> </a:t>
            </a:r>
            <a:r>
              <a:rPr lang="en-GB" sz="3000" b="1" dirty="0" err="1">
                <a:solidFill>
                  <a:srgbClr val="E8EAED"/>
                </a:solidFill>
                <a:latin typeface="Segoe UI"/>
              </a:rPr>
              <a:t>Aplicacion</a:t>
            </a:r>
            <a:endParaRPr sz="3000" b="1" dirty="0">
              <a:solidFill>
                <a:srgbClr val="E8EAED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" y="1387551"/>
            <a:ext cx="11308842" cy="54133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