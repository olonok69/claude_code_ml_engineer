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SESIÓN TÉCNICA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977639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AA4B2"/>
                </a:solidFill>
                <a:latin typeface="Segoe UI"/>
              </a:rPr>
              <a:t>Instalación · Memoria &amp; sesiones · MCP · Skills &amp; plugins · Automatización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 y CodeGraph.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vamos a recorrer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Instalación y uso básico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Instalar en una línea; interactivo vs headless (-p)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Memoria, instrucciones y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CLAUDE.md de dos niveles, permisos, sesiones que viajan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Conectar tus herramientas: scopes y servers reales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Plugins, tools y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4 capas de extensibilidad + subagentes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Hooks, CI, scheduling y Agent SDK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Metodología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· GSD · CodeGraph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03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04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Portable:  </a:t>
            </a:r>
            <a:r>
              <a:rPr sz="1100" b="0">
                <a:solidFill>
                  <a:srgbClr val="9AA4B2"/>
                </a:solidFill>
                <a:latin typeface="Segoe UI"/>
              </a:rPr>
              <a:t>el método se empaqueta como un starter-kit (plantillas + bootstrap) para llevarlo a otro repo o a GitHub Copilot — la disciplina es agnóstica de la herramienta.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Claude,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Grafo de tickets: CodeGraph, pero para tickets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Grafo sobre los .md del proyecto (data/, interno)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Nodos: tickets + símbolos + invariantes + lecciones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 tipadas: references / supersedes / relacionado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Comunidades = zonas de peligro (fin-de-carta, títulos…)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Determinista, sin LLM en la consulta (lee graph.json)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Skill /kg  (envuelve graphify explain/path)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7373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 # vecinos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 # nombre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 # reconstruir el grafo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13632"/>
            <a:ext cx="5349240" cy="102412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23360"/>
            <a:ext cx="4937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la historia: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corre /kg &lt;ticket|tema&gt; ANTES de grep — saca los tickets relacionados + la zona de peligro a leer. Apunta a qué leer, no lo sustituye.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Reconstruible · consultable en 1 llamada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(enganchado a la regla history-first del CLAUDE.md)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grafo es el mapa; el agente, el guía. Recall de zonas de peligro que si no tendrías que recordar.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Una línea; interactivo para pensar, -p para automatizar.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Memoria &amp; sesiones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Contexto lean de dos niveles; sesiones que viajan.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 tus datos, docs, navegador y tooling.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Empaqueta y distribuye flujos repetibles.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 que garantizan calidad; CI; scheduling; SDK.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Metodología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disciplinado: 11 etapas, gates, tools reales.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