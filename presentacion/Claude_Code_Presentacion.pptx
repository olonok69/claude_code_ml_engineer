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CURSO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Claude Code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de asistente a </a:t>
            </a:r>
            <a:r>
              <a:rPr sz="2600" b="1">
                <a:solidFill>
                  <a:srgbClr val="E8EAED"/>
                </a:solidFill>
                <a:latin typeface="Segoe UI"/>
              </a:rPr>
              <a:t>sistema de desarrollo agéntico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PARTE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Claude Code: instalación · memoria · contexto &amp; caching · MCP · skills · subagents &amp; teams · automatización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PARTE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La metodología (agnóstica): flujo con gates · CodeGraph / Serena / GSD · transferencia · ops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PARTE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El grafo de conocimiento de tickets, construido con graphify: pipeline, comandos /kg y el grafo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Basado en la documentación oficial (code.claude.com), el curso de hooks de Anthropic, GSD, CodeGraph y una instalación real en producción.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curso, tres partes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PARTE 1 · Claude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Instalación y uso básico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Memoria, instrucciones y sesiones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Contexto: context window y prompt caching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conectar tus herramientas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42816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Plugins, tools y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 y Agent Teams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Automatización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PARTE 2 · La metodología (agnóstica)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19456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El flujo de 11 etapas + ejemplo real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0662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Las herramientas del método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218688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Transferir la metodología (Copilot)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30752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Sincronización de máquinas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PARTE 3 · El grafo de tickets (graphify)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754880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Diseño · pipeline · comandos /kg · el grafo real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5266944"/>
            <a:ext cx="5349240" cy="438912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Cierre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Claude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La herramienta: del binario en tu terminal a equipos de agentes.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Memoria y sesiones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Contexto y prompt caching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Plugins, tools y skills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654296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 y Agent Teams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221224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Automatización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Instalar es una línea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Native (recomendado)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-fsSL https://claude.ai/install.sh | bash — macOS/Linux/WSL, con auto-update.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Homebrew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brew install --cask claude-code (brew upgrade para actualizar).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Windows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winget install Anthropic.ClaudeCode · o el instalador PowerShell.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Linux pkg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apt / dnf / apk en Debian, Fedora, RHEL, Alpine.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666744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Arrancar en cualquier proyecto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3977639"/>
            <a:ext cx="539496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16052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tu-proyecto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           # login la 1ª vez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666744"/>
            <a:ext cx="525780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3867911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mismo motor en todas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325112"/>
            <a:ext cx="4754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Terminal · VS Code / Cursor · JetBrains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Desktop (diffs, sesiones en paralelo)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(claude.ai/code, tareas largas)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Abres `claude` y conversas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(-p) — componible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prompt: entra por stdin, sale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Encaja en tuberías Unix y en CI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toda la automatización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Claude, dos formas de invocarlo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10927080" cy="10058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tail -200 app.log | claude -p "avísame si ves anomalías"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git diff main --name-only | claude -p "revisa estos ficheros por seguridad"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CLAUDE.md: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~55 ledgers autocontenidos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Recortamos el CLAUDE.md ~73% sin perder información: punteros, no copias.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INSTRUCCIONES, PERMISOS Y AUTO-MEMORY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Jerarquía, permisos y memoria automática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Jerarquía de CLAUDE.md (se combinan; @fichero importa)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5486400" cy="20116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~/.claude/CLAUDE.md      # global usuario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&lt;repo&gt;/CLAUDE.md         # compartido (versionado)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&lt;repo&gt;/sub/CLAUDE.md     # al entrar en la subcarpeta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&lt;repo&gt;/CLAUDE.local.md   # personal, no versionado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64208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 específico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settings.json: allow / deny / ask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Reglas concretas, no Bash(*)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mcp__serena__find_symbol, pytest exacto…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1092708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6168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Auto-memory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18888"/>
            <a:ext cx="10424159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guarda aprendizajes (comandos de build, pistas de debug) entre sesiones sin que escribas nada.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Sesiones que viajan entre superficies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Teleport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--teleport trae una sesión web/móvil al terminal.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5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Remote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Sigue una sesión local desde el móvil o cualquier navegador.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Desktop handoff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/desktop pasa la sesión al Desktop para revisar diffs.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Channels / Slack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Empuja eventos externos o convierte un bug de Slack en un PR.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motor y los mismos CLAUDE.md/settings/MCP en todas las superficies.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el recurso que gobierna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~4.200 tokens — oculto, siempre primero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359152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Auto-memory + entorno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~680 + ~280 tokens al arrancar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889504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índice ~120 tokens; el schema, al usar la tool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por server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419856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Tu CLAUDE.md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lo que tú decidas — por eso el patrón de dos niveles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tú decides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950208"/>
            <a:ext cx="694944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Conversación + tool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ficheros leídos, output de comandos… crece cada turno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crece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Los mandos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2148840"/>
            <a:ext cx="3703320" cy="233172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1" y="2331720"/>
            <a:ext cx="3246120" cy="2011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/context   # desglose de uso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/compact céntrate en la API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/clear     # reset entre tareas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/rewind    # checkpoints (Esc+Esc)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Ventana: 200K tokens (1M en beta vía API). </a:t>
            </a:r>
            <a:r>
              <a:rPr sz="1200" b="0">
                <a:solidFill>
                  <a:srgbClr val="9AA4B2"/>
                </a:solidFill>
                <a:latin typeface="Segoe UI"/>
              </a:rPr>
              <a:t>El rendimiento degrada ANTES de llenarla: contexto con ruido = peores decisiones. Auto-compact salta cerca del límite y es lossy — mejor /compact manual con foco.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Mide con /context antes de optimizar: te dice exactamente qué bloque engorda.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Higiene de contexto: máxima señal por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CLAUDE.md mínimo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Regla oficial: si puedes borrarlo sin que Claude se equivoque, bórralo. Dos niveles + punteros.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Carga bajo demanda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@imports y CLAUDE.md de subcarpeta solo cargan cuando tocan. El detalle vive fuera.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con moderación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server suma su bloque de tools. Desactiva los que el proyecto no use.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Subagentes para investigar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 exploración sucia va a un subagente (sección 06); vuelve solo el resumen.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Explore → Plan →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 exploración (plan mode) de implementación; el ruido no se queda a vivir.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Lecturas con puntería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“lee config/auth.js” &gt; “entiende el auth”. Adelanto: CodeGraph-primero (Parte 2).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prevalencia de tools de la Parte 2 es, en el fondo, política de contexto.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no pagar lo mismo dos veces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Cada turno reenvía TODO el contexto. La API cachea el prefijo estable — orden estricto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un cambio invalida su nivel y los siguientes.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7744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(defecto)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26080"/>
            <a:ext cx="534924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Una sesión de 50 turnos relee el prefijo 50 veces a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ese es el descuento que hace viables las sesiones largas.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Mínimo cacheable ~1k tokens · máx. 4 breakpoints · diagnóstico en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 estable primero; el breakpoint al final de lo estable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377440"/>
            <a:ext cx="5349240" cy="26517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estable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FUERA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error clásico: timestamp ANTES del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y nadie sabe por qué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Demo ejecutable: ejemplos/prompt-caching/cache_demo.py — mira los contadores de cache.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 en Claude Code: tú decides el hit-rate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874519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39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CLAUDE.md pequeño y estable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39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Prefijo corto que nunca cambia → hits en cada turno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96312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496312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Editar CLAUDE.md/settings a mitad de sesión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Cambia el prefijo → invalida el cache desde ahí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118104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3118104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Muchos servers MCP activos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Bloque de tools grande y cambiante → escrituras caras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739896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739896"/>
            <a:ext cx="73152" cy="530352"/>
          </a:xfrm>
          <a:prstGeom prst="roundRect">
            <a:avLst>
              <a:gd name="adj" fmla="val 50000"/>
            </a:avLst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5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Sesión larga, turnos frecuentes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5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El historial se relee a 0.1× — el caso ideal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361688"/>
            <a:ext cx="10927080" cy="530352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4361688"/>
            <a:ext cx="73152" cy="53035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7"/>
            <a:ext cx="42062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/compact o auto-compact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7"/>
            <a:ext cx="62179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Reescribe el historial → rompe el cache de mensajes una vez, y sigue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Claude Code no expone cache_control: lo aplica solo (system + tools + historial = prefijo). Tus decisiones de la slide anterior determinan el hit-rate.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Contexto lean y estable rinde mejor Y cuesta menos: dos niveles optimiza ambos ejes a la vez.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Estándar abierto para enchufar Claude a datos y tools externas. Las tools aparecen como </a:t>
            </a:r>
            <a:r>
              <a:rPr sz="1250" b="1">
                <a:solidFill>
                  <a:srgbClr val="D97757"/>
                </a:solidFill>
                <a:latin typeface="Consolas"/>
              </a:rPr>
              <a:t>mcp__&lt;server&gt;__&lt;tool&gt;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7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.claude/settings.local.json — solo tú, esta máquina.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32804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2804" y="25511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780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4596" y="2788920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.mcp.json en la raíz, versionado, compartido con el equipo.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7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~/.claude.json — todos tus proyectos.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32804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2804" y="372160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4845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que uso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4596" y="3959352"/>
            <a:ext cx="4375404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· supabase.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1538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 (secretos por env var; cada server suma contexto — sección 03)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526280"/>
            <a:ext cx="10927080" cy="1051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09160"/>
            <a:ext cx="1046988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--transport http context7 https://mcp.context7.com/mcp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list      # estado      /mcp   # auth OAuth y tools dentro de la sesión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05 · PLUGINS, TOOLS Y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Cuatro capas de extensibilidad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Claude puede hacer: Read/Edit/Bash/Grep/Task + mcp__*. Gobernadas por permisos.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Slash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.claude/commands/x.md = /x. El cuerpo es el prompt. Lo invocas tú.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.claude/skills/x/SKILL.md con description. Claude la auto-selecciona; lleva scripts/plantillas.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5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Plugins + 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1"/>
            <a:ext cx="437540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Agrupan skills+comandos+agentes+MCP+hooks. /plugin install. GSD es uno.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La 5ª capa — subagentes y equipos de agentes — merece sección propia: es la siguiente.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Slash command = atajo que invocas tú. Skill = capacidad que Claude decide usar. Plugin = el reparto.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Subagentes: el ruido muere fuera de tu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0116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Built-ins (tool Task)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Explore — búsqueda read-only por el codebase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— diseñar la estrategia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general-purpose — multi-paso, todos los tools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paralelo para trabajo independiente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Custom: un .md con frontmatter (/agents los lista)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377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.claude/agents/security-reviewer.md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security-reviewer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Revisa vulnerabilidades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tras cambios en auth o deps.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tools: Read, Grep, Glob, Bash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model: opus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Eres un ingeniero de seguridad senior…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77639"/>
            <a:ext cx="534924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78807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hay que saber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7"/>
            <a:ext cx="484632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Contexto AISLADO: solo el resumen vuelve a tu sesión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hereda tu conversación: contexto en el 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description = auto-selección · tools = allowlist propio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Ejemplos reales en ejemplos/subagents/: security-reviewer y refactor-scout (regla CodeGraph→Serena).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 Teams: varios Claudes que se coordinan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La arquitectura (experimental)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Lead + teammates: cada uno una SESIÓN completa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Task list compartida: ~/.claude/tasks/&lt;team&gt;/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Mensajería directa entre teammates (inboxes)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Pueden debatir hallazgos, no solo reportar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= tus subagentes custom reutilizados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Activar (off por defecto)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~/.claude/settings.json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{ "env": { "CLAUDE_CODE_EXPERIMENTAL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_AGENT_TEAMS": "1" },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"teammateMode": "in-process" }  // tmux|iterm2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86200"/>
            <a:ext cx="5349240" cy="16459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Límites hoy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/resume in-process · un team por sesión · sin anidar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Split-panes requiere tmux o iTerm2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Coste: cada teammate es una sesión completa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Se pide en lenguaje natural: </a:t>
            </a:r>
            <a:r>
              <a:rPr sz="1150" b="0">
                <a:solidFill>
                  <a:srgbClr val="E8EAED"/>
                </a:solidFill>
                <a:latin typeface="Segoe UI"/>
              </a:rPr>
              <a:t>“monta un equipo con un architect y dos implementers; exige aprobación de plan antes de tocar código”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Particiona los ficheros: cada teammate es dueño de los suyos.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 Y 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¿Subagente o team? La decisión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AGENT TEAM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40280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Aislado; devuelve un resumen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teammate = sesión completa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07208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Comunicación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Solo resultado → principal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Task list + mensajes entre teammates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374136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Bajo (lo caro muere fuera)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Alto (N sesiones en paralelo)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941064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Úsalo para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investigar, verificar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Paralelismo real: revisión multi-capa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07992"/>
            <a:ext cx="10927080" cy="475488"/>
          </a:xfrm>
          <a:prstGeom prst="roundRect">
            <a:avLst>
              <a:gd name="adj" fmla="val 10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Nada, o .claude/agents/*.md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Env var experimental + settings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Puente a la Parte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es esto en producción — gsd-planner, gsd-executor, gsd-verifier son subagentes custom distribuidos como plugin.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Subagente para que el ruido muera fuera; team para que varios Claudes debatan. El coste no es el mismo.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834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PreToolUse, PostToolUse, SessionStart,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Matcher = regex sobre el nombre de la tool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0 permite · exit 2 BLOQUEA (stderr → Claude)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Pre = intención (tool_input) · Post = resultado (tool_response)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(payload.tool_input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?.file_path?.includes(".env"))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console.error("Bloqueado: no leas .env");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process.exit(2);   // &lt;-- veto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process.exit(0);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instrucciones le pides que se porte bien; con un hook lo garantizas.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programados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 (prettier), type-check bloqueante, 'IA revisando IA' vía SDK.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piping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-p en cualquier tubería Unix o script.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GitHub Actions · GitLab · GitHub Code Review sobre cada PR.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10128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236976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47872"/>
            <a:ext cx="43754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Routines (/schedule, infra Anthropic) · Desktop tasks · /loop.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803904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Agent SDK — workflows a medida (menor privilegio)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114800"/>
            <a:ext cx="10927080" cy="11430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297680"/>
            <a:ext cx="10469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query } from "@anthropic-ai/claude-agent-sdk";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for await (const m of query({ prompt, options: { allowedTools: ["Edit"] } }))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if (m.type === "result") console.log(m.result);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La metodología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Agnóstica de la herramienta: se demuestra con Claude Code, pero la disciplina viaja.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El flujo de 11 etapas + ejemplo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Las herramientas del método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Transferir a otro agente (Copilot)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Sincronización de máquinas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Agnóstica: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 es un flujo de Claude Code — es una forma de trabajar con CUALQUIER agente. La sección 11 lo demuestra transfiriéndola a GitHub Copilot.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Orientar: /kg + history-first + status-first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809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809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6809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7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→ acuerdo humano explícito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892040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68096" y="4992624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7" y="4946903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9165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3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Verificar: contrato (wrapper) + imagen desplegada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9165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9165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9165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5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5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9165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399"/>
            <a:ext cx="46634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Ninguna etapa dice 'pídele al LLM que lo arregle': la potencia se canaliza por gates.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/kg saca la zona de peligro (un SHARP_EDGE que restringe el fix); git/gh dan la base.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(Playwright/F12) → el Lambda es responsable.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localizan el detector; un _diag_pdf.py determinista da la causa: SIN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Sanitizar → el humano hace push/PR. Un bot detecta un caso más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el agente,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del CLAUDE.md: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/kg (grafo de tickets → zona de peligro)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coste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346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3192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3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3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3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coste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8056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/ F12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5778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59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59"/>
            <a:ext cx="6400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LLM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59"/>
            <a:ext cx="12801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Cada herramienta, en una frase — y su fase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7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del CÓDIGO (tree-sitter→SQLite, local). Survey en 1 llamada: fuente + callers + blast radius + cobertura.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28800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2804" y="202996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Navegación semántica vía LSP. find_referencing_symbols desambigua por clase: el chequeo preciso antes de renombrar.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7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plan/ejecutar/verificar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El método hecho tooling: subagentes gsd-* + estado en .planning/. Automatiza los gates 5-7.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63824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2804" y="3364992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/kg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Grafo de tickets → orientar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 la MEMORIA del proyecto (con graphify): tickets + sharp edges. History-first sin LLM (Parte 3).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7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→ triaje y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el síntoma donde lo ve el consumidor: el endpoint real, no una función interna.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4498848"/>
            <a:ext cx="5335524" cy="1078992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32804" y="4700016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Oráculos → diagnosticar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Parsers/validadores/_diag_*.py propios: respuesta barata y reproducible antes de gastar la tirada del LLM.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inversión clásica — el modelo diagnostica — es lo que este orden evita: el modelo verifica; los oráculos diagnostican.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la metodología hecha tooling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Ciclo por fases, estado versionado en .planning/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5623560" cy="29260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16636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/gsd-new-project  -&gt; PROJECT.md + ROADMAP.md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/gsd-plan-phase   -&gt; PLAN.md  (+ gate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gsd-plan-checker)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/gsd-execute-phase-&gt; olas paralelas,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commits atómicos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/gsd-verify-work  -&gt; VERIFICATION.md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/gsd-progress     # qué toca ahora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00784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901952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Subagentes especializados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359152"/>
            <a:ext cx="45720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gsd-planner — desglose + dependencias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gsd-plan-checker — ¿logrará el objetivo? (goal-backward)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gsd-executor — commits atómicos, checkpoints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gsd-code-reviewer — REVIEW.md por severidad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gsd-verifier — verifica el OBJETIVO, no solo tareas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74920"/>
            <a:ext cx="10927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Es la Parte 1 aplicada: </a:t>
            </a:r>
            <a:r>
              <a:rPr sz="1150" b="0">
                <a:solidFill>
                  <a:srgbClr val="9AA4B2"/>
                </a:solidFill>
                <a:latin typeface="Segoe UI"/>
              </a:rPr>
              <a:t>subagentes custom (sección 06) + skills, distribuidos como plugin (sección 05).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GSD automatiza los gates que la metodología aplica a mano: plan, verificación, rastro durable.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 (install --location=global escribe el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349240" cy="15544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serve --path &lt;repo&gt; --mcp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9476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13632"/>
            <a:ext cx="4937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 --path fija el repo por defecto.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navegación semántica, chequeo preciso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Navegación semántica vía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 sobre SÍMBOLOS, no texto: precisión de 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un método de un fichero de 5k líneas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esqueleto de un fichero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quién referencia, POR CLASE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Instalar (stdio)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serena -- uvx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--from git+https://github.com/oraios/serena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serena start-mcp-server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57600"/>
            <a:ext cx="534924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Por qué es OBLIGATORIO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el impact plano de CodeGraph mezcla métodos homónimos (Invoice.process vs Refund.process); Serena los desambigua por clase. Complementarios, no rivales.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El subagente refactor-scout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(ejemplos/subagents/) empaqueta el orden CodeGraph → Serena → grep como procedimiento.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responde '¿qué se rompe?'; Serena responde '¿exactamente quién llama a ESTE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10 · TRANSFERENCIA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La prueba de que es agnóstica: llevarla a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Viaja SIN cambios (las 5 reglas)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acuerdo →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Verificar en el contrato del CONSUMIDOR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Resolver la clase general, no un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Rastro durable: porqué, qué, cómo se verificó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posee lo externo (merge, deploy)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5146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Se re-mapea por repo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contrato: HTTP / DB / evento / artefacto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tracker: Jira · Azure Boards · Issues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pirámide de tests y el runtime desplegado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Las reglas de sanitización locales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Las tools: Serena/CodeGraph//kg son fungibles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26280"/>
            <a:ext cx="10927080" cy="1143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starter-kit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5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Plantillas STATUS · SHARP_EDGES · handover · QA + bootstrap-new-repo.ps1 → estructura en el repo destino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grafo de tickets: fallback determinista (STATUS newest-first + búsqueda léxica + historia de commits) = 80% del valor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Si solo conservas cinco reglas, conserva esas cinco. Las tools se sustituyen; la disciplina viaja.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runbook real: sincronizar máquinas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copia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tarball: workspace + ~/.claude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dereferencia el symlink de .aws (crítico)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Excluye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mount manual en WSL + verificar byte a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(/kg) + target-setup.sh rehacen el tooling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4688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solo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código ya está en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gitignored de data/ + memoria (snapshot-memory) viajan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la principal: restore-memory → /kg-refresh reconstruye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de STATUS.md; STOP si hubo ediciones propias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07408"/>
            <a:ext cx="10927080" cy="12801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08576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landing lo conduce un agente — con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65776"/>
            <a:ext cx="10424159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no-destructivo (renombrar, no borrar) · git fetch = única op de 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hace push / merge; el agente prepara y reporta con evidencia (conteos, PRs)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metodología no es solo para código: memoria durable, guardrails y 'el humano hace lo externo' también en ops.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El grafo de tickets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Un caso completo construido con graphify — no con CodeGraph: la memoria del proyecto, navegable.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El problema y el diseño (spike)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520440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y comandos (/kg, /kg-refresh)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El grafo real, visualizado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087368"/>
            <a:ext cx="5212080" cy="475488"/>
          </a:xfrm>
          <a:prstGeom prst="roundRect">
            <a:avLst>
              <a:gd name="adj" fmla="val 1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7"/>
            <a:ext cx="4846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Uso y enganche en la metodología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12A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problema, y por qué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ficheros de writeups, sharp edges, runbooks,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bug 'nuevo' casi siempre tiene contexto previo que restringe el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Encontrarlo a mano = recordar que existe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grafo lo hace EXPLÍCITO y consultable en 1 llamada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corpus: manifest, no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DIFFEABLE: ~116 ficheros, ~196k palabras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fallback determinista) · hubs · runbooks ·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Exclusiones duras: binarios, handovers repetidos, copias stale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Densidad sin conocimiento nuevo = ruido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10927080" cy="1234440"/>
          </a:xfrm>
          <a:prstGeom prst="roundRect">
            <a:avLst>
              <a:gd name="adj" fmla="val 8000"/>
            </a:avLst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La tecnología es graphify — CodeGraph es solo la analogía.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Mismo rol (grafo consultable antes de tocar nada), otro dominio (tickets, no código), otra herramienta. La Fase 1 fue un SPIKE con decisión keep/extend/replace: validar graphify off-the-shelf antes de invertir en extracción custom. Bastó — y se quedó.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Material completo (diseño, scripts, tests, salida real):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12B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y comandos creados en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/kg-refresh)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9659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FUERA del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/graphify &lt;scratch&gt;     # ÚNICO paso con LLM: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nodos+aristas+clustering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Las piezas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/kg y /kg-refresh — skills de Claude Code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envuelve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el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los bookends, TESTEADOS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24528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El gotcha que lo sostiene: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respeta .gitignore y todo data/ lo está → correr el detector in situ encuentra 0 ficheros. Por eso el corpus se monta en un scratch fuera del repo y los artefactos se copian de vuelta.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Por eso /kg-refresh es un skill, no un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paso semántico (/graphify, subagentes en paralelo) es un paso de Claude; los bookends son deterministas.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con provenance: sst-5468__sst-5468.md, hub__STATUS.md, memory__x.md — cada nodo traza a su fuente.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12C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grafo real: 507 nodos, 35 comunidades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69680" y="1783080"/>
            <a:ext cx="2697480" cy="31089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La salida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nodos · 672 aristas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comunidades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(fiable)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ficheros, ~196k palabras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graph.html interactivo: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búsqueda de nodos, panel de info, filtro por comunidad (vis-network).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Las comunidades mapean a zonas de peligro reales; los god-nodes son la lista de onboarding gratis.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12D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Cómo se usa — y dónde se engancha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Consulta: CERO LLM (kg_query.sh lee graph.json)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806440" cy="18288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&lt;ticket|tema&gt;  # vecinos   (explain)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&lt;A&gt; &lt;B&gt;        # camino    (path)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 find &lt;substr&gt;  # nombre exacto de nodo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/kg-refresh        # reconstruir (barato)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755648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59" y="1956816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Dónde se engancha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2414015"/>
            <a:ext cx="4343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Etapa 1 (Orientar) del flujo de 11 etapas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history-first del CLAUDE.md: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/kg &lt;ticket|tema&gt; ANTES de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Apunta a QUÉ leer; no lo sustituye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Ejemplo real: /kg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la zona de peligro completa al instante: los 5-6 tickets que comparten ese código.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54880"/>
            <a:ext cx="10927080" cy="9144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Honestidad y ciclo de vida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59" cy="91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en zonas densas · EXTRACTED = fiable, INFERRED = pista · interno (data/) · derivado: nunca viaja, se reconstruye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paso semántico en el build, cero LLM en la consulta. El grafo es el mapa; el agente, el guía.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PARTE 1 · la herramienta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Instalar + memoria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Una línea; CLAUDE.md de dos niveles; sesiones que viajan.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Contexto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El presupuesto y el descuento: lean y estable gana en ambos.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3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plugins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Conecta tu mundo; empaqueta y distribuye flujos.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1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&amp; teams + automatización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1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Escala el trabajo; hooks que garantizan calidad.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PARTE 2 + 3 · el método y el grafo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14884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0" y="231343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flujo de 11 etapas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Gates deterministas; el humano posee las decisiones.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01752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00800" y="3182112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Las tools del método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GSD: barato→caro, determinista→LLM.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3886200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00800" y="405079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3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Transferible y hasta en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Starter-kit probado en Copilot; machine-sync con guardrails.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754879"/>
            <a:ext cx="5349240" cy="7772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400800" y="4919471"/>
            <a:ext cx="402336" cy="402336"/>
          </a:xfrm>
          <a:prstGeom prst="roundRect">
            <a:avLst>
              <a:gd name="adj" fmla="val 35000"/>
            </a:avLst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19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grafo de tickets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1"/>
            <a:ext cx="45720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nodos · 35 comunidades: history-first sin LLM.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code.claude.com/docs  ·  github.com/tomascortereal/claude-code-setup  ·  colbymchenry.github.io/codegraph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