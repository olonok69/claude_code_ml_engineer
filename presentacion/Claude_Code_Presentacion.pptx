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3" r:id="rId4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94" r:id="rId45"/>
    <p:sldId id="272" r:id="rId23"/>
    <p:sldId id="273" r:id="rId24"/>
    <p:sldId id="274" r:id="rId25"/>
    <p:sldId id="275" r:id="rId26"/>
    <p:sldId id="276" r:id="rId27"/>
    <p:sldId id="295" r:id="rId46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empaqueta exactamente esto — gsd-planner, gsd-executor, gsd-verifier son subagentes custom como plugin (este proyecto usa el flujo data/changes/, no GSD — 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Sincronizar máquinas: transportar y compartir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10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5 checks (instrumento → contrato → imagen)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477256"/>
            <a:ext cx="10927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■ </a:t>
            </a:r>
            <a:r>
              <a:rPr sz="1050" b="0">
                <a:solidFill>
                  <a:srgbClr val="9AA4B2"/>
                </a:solidFill>
                <a:latin typeface="Segoe UI"/>
              </a:rPr>
              <a:t>Coral = GATE (STOP: no escribir código).   </a:t>
            </a:r>
            <a:r>
              <a:rPr sz="1050" b="1">
                <a:solidFill>
                  <a:srgbClr val="E8EAED"/>
                </a:solidFill>
                <a:latin typeface="Segoe UI"/>
              </a:rPr>
              <a:t>Etapa 7, los 5 checks: </a:t>
            </a:r>
            <a:r>
              <a:rPr sz="1050" b="0">
                <a:solidFill>
                  <a:srgbClr val="9AA4B2"/>
                </a:solidFill>
                <a:latin typeface="Segoe UI"/>
              </a:rPr>
              <a:t>instrumento · contrato (wrapper) · miembros, no totales · imagen · mirar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para greenfield multi-fase; aquí, data/changes/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Sincronizar máquinas (A): transportar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Sincronizar máquinas (B): compartir sobre S3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27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El tarball resuelve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transportar</a:t>
            </a:r>
            <a:r>
              <a:rPr sz="1200" b="0">
                <a:solidFill>
                  <a:srgbClr val="9AA4B2"/>
                </a:solidFill>
                <a:latin typeface="Segoe UI"/>
              </a:rPr>
              <a:t> entre TUS máquinas. No resuelve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compartir</a:t>
            </a:r>
            <a:r>
              <a:rPr sz="1200" b="0">
                <a:solidFill>
                  <a:srgbClr val="9AA4B2"/>
                </a:solidFill>
                <a:latin typeface="Segoe UI"/>
              </a:rPr>
              <a:t>: el registro es gitignored → no se puede enlazar desde un ticket, y cada persona acaba con su propio índice privado de la misma historia.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reglas que lo hacen seguro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docs + grafo. Nada de datos de cliente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 ·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--go explícito; --delete aparte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Versionado del bucket = red de recuperación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Fuente de verdad vs. derivado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Los docs mandan; el grafo se DERIVA de ellos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Los ficheros por ticket casi nunca chocan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es el único punto real de contención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→ UN solo publisher. "Derivado" es del fichero, no de la carpeta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120700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3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los agentes: la máquina tiene 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3"/>
            <a:ext cx="10424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Varias máquinas, permisos distintos → la sesión debe saber DÓNDE está antes de actuar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MACHINE_NAME / MACHINE_ROLE → IDENTITY.md (machine-local) ← CLAUDE.md apunta a él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mount escribible sobre almacenamiento de objetos no es una comodidad: es corrupción que descubres semanas después.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 se reconstruye, pero lo escrito a mano viaja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Un ejemplo real: arquitectura de la aplicación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