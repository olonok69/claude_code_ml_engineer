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634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lang="en-GB"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cd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tu-proyecto</a:t>
            </a:r>
            <a:endParaRPr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           # login la 1ª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vez</a:t>
            </a:r>
            <a:endParaRPr sz="1150" b="0" dirty="0">
              <a:solidFill>
                <a:srgbClr val="E8EAED"/>
              </a:solidFill>
              <a:latin typeface="Consola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77356" y="3977640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4041647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7AA2C7"/>
                </a:solidFill>
                <a:latin typeface="Segoe UI"/>
              </a:rPr>
              <a:t>El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mismo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motor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todas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Desktop (diffs,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sesiones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en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paralelo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Web (claude.ai/code,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tareas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largas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" y="408736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 err="1">
                <a:solidFill>
                  <a:srgbClr val="7AA2C7"/>
                </a:solidFill>
                <a:latin typeface="Segoe UI"/>
              </a:rPr>
              <a:t>Arrancar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cualquier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proyecto</a:t>
            </a:r>
            <a:endParaRPr sz="1100" b="1" dirty="0">
              <a:solidFill>
                <a:srgbClr val="7AA2C7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 — history-first Y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 + gate outbound (contrato)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Claude,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STATUS.md / ledgers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STATUS.md revela un SHARP_EDGE que restringe el fix; git/gh dan la base correcta.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por propiedad estructural (no cliente) → regresión byte-idéntica + contrato local.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10424159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150" b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Grafo de tickets: CodeGraph, pero para tickets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Grafo sobre los .md del proyecto (data/, interno)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Nodos: tickets + símbolos + invariantes + lecciones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 tipadas: references / supersedes / relacionado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Comunidades = zonas de peligro (fin-de-carta, títulos…)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Determinista, sin LLM en la consulta (lee graph.json)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Skill /kg  (envuelve graphify explain/path)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7373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 # vecinos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 # nombre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 # reconstruir el grafo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13632"/>
            <a:ext cx="5349240" cy="102412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02336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la historia: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corre /kg &lt;ticket|tema&gt; ANTES de grep — saca los tickets relacionados + la zona de peligro a leer. Apunta a qué leer, no lo sustituye.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Reconstruible · consultable en 1 llamada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(enganchado a la regla history-first del CLAUDE.md)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grafo es el mapa; el agente, el guía. Recall de zonas de peligro que si no tendrías que recordar.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disciplinado: 11 etapas, gates, tools reales.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2740</Words>
  <Application>Microsoft Office PowerPoint</Application>
  <PresentationFormat>Widescreen</PresentationFormat>
  <Paragraphs>373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Romero, Juan</cp:lastModifiedBy>
  <cp:revision>2</cp:revision>
  <dcterms:created xsi:type="dcterms:W3CDTF">2013-01-27T09:14:16Z</dcterms:created>
  <dcterms:modified xsi:type="dcterms:W3CDTF">2026-07-09T17:24:17Z</dcterms:modified>
  <cp:category/>
</cp:coreProperties>
</file>