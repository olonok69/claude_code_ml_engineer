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 + gate outbound (contrato)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por propiedad estructural (no cliente) → regresión byte-idéntica + contrato local.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Grafo de tickets: CodeGraph, pero para tickets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Grafo sobre los .md del proyecto (data/, interno)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Nodos: tickets + símbolos + invariantes + lecciones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 tipadas: references / supersedes / relacionado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Comunidades = zonas de peligro (fin-de-carta, títulos…)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Determinista, sin LLM en la consulta (lee graph.json)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Skill /kg  (envuelve graphify explain/path)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7373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 # vecinos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 # nombre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 # reconstruir el grafo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13632"/>
            <a:ext cx="5349240" cy="1024128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23360"/>
            <a:ext cx="4937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la historia: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corre /kg &lt;ticket|tema&gt; ANTES de grep — saca los tickets relacionados + la zona de peligro a leer. Apunta a qué leer, no lo sustituye.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Reconstruible · consultable en 1 llamada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(enganchado a la regla history-first del CLAUDE.md)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grafo es el mapa; el agente, el guía. Recall de zonas de peligro que si no tendrías que recordar.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