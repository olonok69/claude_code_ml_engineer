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 — history-first Y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 + gate outbound (contrato)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STATUS.md / ledgers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STATUS.md revela un SHARP_EDGE que restringe el fix; git/gh dan la base correcta.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por propiedad estructural (no cliente) → regresión byte-idéntica + contrato local.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AWS CLI + CodeGraph + índice: se rehacen en destino (target-setup.sh)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los docs gitignored de data/ (unos MB)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“Descubre, no asumas”: deriva la raíz (ls -d /mnt/*/ILS)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