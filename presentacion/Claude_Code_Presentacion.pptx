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es esto en producción — gsd-planner, gsd-executor, gsd-verifier son subagentes custom distribuidos como plugin.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11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brilla en greenfield multi-fase; este proyecto usa el flujo data/changes/, más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GSD: barato→caro, determinista→LLM.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