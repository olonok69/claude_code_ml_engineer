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from assistant to </a:t>
            </a:r>
            <a:r>
              <a:rPr sz="2600" b="1">
                <a:solidFill>
                  <a:srgbClr val="E8EAED"/>
                </a:solidFill>
                <a:latin typeface="Segoe UI"/>
              </a:rPr>
              <a:t>agentic development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install · memory · context &amp; caching · MCP · skills · subagents &amp; teams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(agnostic): workflow with gates · CodeGraph / Serena / GSD · transfer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/kg commands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Based on the official docs (code.claude.com), Anthropic's hooks course, GSD, CodeGraph and a real production install.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 and sessions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and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and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(agnostic)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workflow + real 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 the methodology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Machine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/kg commands · the real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binary in your terminal to agent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and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and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 is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with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to update).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or the PowerShell installer.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on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the 1st 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engine in all parts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sessions in parallel)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tasks long)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Installing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thinking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You open `claude` and talk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it proposes a plan and you approve before touching anything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prompt: in via stdin, out via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Fits Unix pipes and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all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Claude, two ways to invoke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"flag any anomalies you see"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"review these files for security"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the two-tier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Tier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Minimal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It's the agent's 30s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doesn't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Tier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live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self-contained ledgers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We cut CLAUDE.md ~73% with no information loss: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Hierarchy, permissions and automatic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CLAUDE.md hierarchy (they combine; @file imports)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user global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shared (versioned)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on entering the subfolder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not versioned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specific allowlist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Concrete rules, not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exact pytest…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stores learnings (build commands, debug hints) across sessions without you writing anything.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 that travel across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brings a web/mobile session to the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Follow a local session from your phone or any browser.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hands the session to Desktop to review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Push external events or turn a Slack bug into a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engine and the same CLAUDE.md/settings/MCP across all surfaces.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~4,200 tokens — hidden,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at startup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index ~120 tokens; the schema, on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Your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whatever you decide — hence the two-tier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usage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focus on the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between tasks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Window: 200K tokens (1M in beta via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Performance degrades BEFORE it fills: noisy context = worse decisions. Auto-compact fires near the limit and is lossy — better a focused manual /compact.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Measure with /context before optimizing: it tells you exactly which block bloats.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Official rule: if you can delete it without Claude going wrong, delete it. Two tiers + pointers.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Loads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and subfolder CLAUDE.md load only when needed. Detail lives outside.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tools block. Disable the ones the project doesn't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Dirty exploration goes to a subagent (section 06); only the summary returns.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Separates exploration (plan mode) from implementation; the noise doesn't move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config/auth.js” &gt; “understand the auth”. Preview: CodeGraph-first (Part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precedence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for the same thing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Every turn resends ALL context. The API caches the stable prefix —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all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re-reads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that's the discount that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Cacheable minimum ~1k tokens · max 4 breakpoints · diagnosis in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the breakpoint at the end of the stable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mistake: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watch the cache counters.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in Claude Code: you decide the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CLAUDE.md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never changes → hits every 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Editing CLAUDE.md/settings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Change the prefix → invalidates cache from there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tools block → expensive writes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Long session, frequent 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History is re-read at 0.1× — the ideal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or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Rewrites history → breaks the message cache once, then continues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doesn't expose cache_control: it applies it for you (system + tools + history = prefix). Your decisions on the previous slide set the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AND costs less: two tiers optimize both axes at once.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Open standard to plug Claude into external data and tools. Tools appear as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Local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only you, this machine.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at the root, versioned, shared with the team.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all your projects.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I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each server adds context — section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status      /mcp   # OAuth auth and tools in-session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PLUGINS, TOOLS AND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Four layers of extensibility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Claude can do: Read/Edit/Bash/Grep/Task + mcp__*. Governed by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The body is the prompt. You invoke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with description. Claude auto-selects it; carries scripts/templates.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Bundle skills+commands+agents+MCP+hooks. /plugin install. GSD is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The 5th layer — subagents and agent teams — deserves its own section: it's next.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shortcut you invoke. Skill = capability Claude decides to use. Plugin = the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(Task tool)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read-only search across the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design the strategy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multi-step, all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 parallel for independent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a .md with frontmatter (/agents lists them)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Reviews vulnerabilities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after changes to auth or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You are a senior security engineer…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context in the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auto-selection · tools = own allowlist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Real examples in ejemplos/subagents/: security-reviewer and refactor-scout (CodeGraph→Serena rule).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architecture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each one a full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Shared task list: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Direct messaging between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They can debate findings, not just report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your custom subagents reused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Enable (off by 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Limits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in-process /resume · one team per session · no nesting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require tmux or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teammate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You 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“set up a team with one architect and two implementers; require plan approval before touching code”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Partition the files: each teammate owns theirs.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team?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teammate =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messages between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(costly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sessions in parallel)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Real parallelism: multi-layer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Nothing, or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Experimental env var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packages exactly this — gsd-planner, gsd-executor, gsd-verifier are custom subagents as a plugin (this project uses the data/changes/ flow, not GSD — see Part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team so several Claudes can debate.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 hook's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via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on the tool 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allows · exit 2 BLOCKS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intent (tool_input) · Post = result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console.error("Blocked: don't read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instructions you ask for good behavior; with a hook you guarantee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scheduled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 (prettier), blocking type-check, 'AI reviewing AI' via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in any Unix pipe or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on every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Anthropic infra)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custom workflows (least privilege)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Claude Code, but the discipline travels.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workflow + real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 to another agent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Machine sync: transport and sharing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per-decision, not granted wholesale.”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not a Claude Code workflow — a way of working with ANY agent. Section 10 proves it by transferring it to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symptom in the contract?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explicit human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5 checks (instrument → contract → image)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don't write code).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Stage 7, the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 · contract (wrapper) · members, not totals · image · look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hosts the inference; cost concentrates in plan/code/verify, not in searching.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CLAUDE.md rule: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renaming.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disambiguates by class (before renaming)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on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LLM call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CODE (tree-sitter→SQLite, local). Survey in 1 call: source + callers + blast radius + coverage.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LSP. find_referencing_symbols disambiguates by class: the precise check before renaming.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method productized (gsd-* subagents + .planning/). For multi-phase greenfield; this project uses data/changes/, not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Ticket graph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project's MEMORY (with graphify): tickets + sharp edges. History-first, no LLM (Part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Your own parsers/validators/_diag_*.py: a cheap, reproducible answer before spending the LLM call.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the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the methodology productized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Phase-based cycle, state versioned in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parallel waves,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atomic commits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what's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Specialized subagents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breakdown + dependencies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will it meet the goal?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atomic commits,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by severity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verifies the GOAL, not just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Do we use it here?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this project runs the 11-stage workflow + data/changes/, more refined for per-ticket fixes. GSD fits a multi-component greenfield (roadmap → phases). Here it illustrates Part 1: custom subagents + skills as a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productized: GSD for multi-phase greenfield; here, data/changes/ tuned to per-ticket fixes.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index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writes the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 --path sets the default repo.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its benchmarks: nearly eliminates file reads)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a file's skeleton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it's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same-name methods (Invoice.process vs Refund.process); Serena disambiguates them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subagent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packages the CodeGraph → Serena → grep order as a procedure.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Proof it's agnostic: taking it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agreement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against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Re-mapped per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contract: HTTP / DB / event / artifact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test pyramid and the deployed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local sanitization rules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tools: Serena/CodeGraph//kg are fungible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STATUS · SHARP_EDGES · handover · QA templates + bootstrap-new-repo.ps1 → structure in the target repo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Without the ticket graph: deterministic fallback (STATUS newest-first + lexical search + commit history) = 80% of the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If you keep only five rules, keep these five. Tools get swapped; the discipline travels.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(A): transport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full copy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dereferences the .aws symlink (critical)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Excludes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byte-for-byte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target: bootstrap (/kg) + target-setup.sh rebuild the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delta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code is already on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Gitignored docs in data/ + memory (snapshot-memory) travel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main one: restore-memory → /kg-refresh rebuilds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of STATUS.md; STOP if it had manual edits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An agent drives the landing — with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Non-destructive only (rename, don't delete) · git fetch = only network 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does push / merge; the agent prepares and reports with evidence (counts,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methodology isn't just for code: durable memory, guardrails and 'the human does the external' in ops too.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Machine sync (B): sharing over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The tarball solves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</a:t>
            </a:r>
            <a:r>
              <a:rPr sz="1200" b="0">
                <a:solidFill>
                  <a:srgbClr val="9AA4B2"/>
                </a:solidFill>
                <a:latin typeface="Segoe UI"/>
              </a:rPr>
              <a:t> between YOUR machines. It doesn't solve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sharing</a:t>
            </a:r>
            <a:r>
              <a:rPr sz="1200" b="0">
                <a:solidFill>
                  <a:srgbClr val="9AA4B2"/>
                </a:solidFill>
                <a:latin typeface="Segoe UI"/>
              </a:rPr>
              <a:t>: the record is gitignored → it can't be linked from a ticket, and each person ends up with their own private index of the same history.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rules that make it safe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docs + graph. No client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 ·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explicit --go; --delete separate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Bucket versioning = recovery 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Source of truth vs. derived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rule; the graph is DERIVED from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Per-ticket files almost never collide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is the only real contention point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ONE single publisher. "Derived" is per file, not per folder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agent-specific part: the machine has a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Several machines, different permissions → the session must know WHERE it is before acting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points at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writable mount over object storage isn't a convenience: it's corruption you discover weeks later.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complete case built with graphify — not CodeGraph: the project's memory, navigable.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hook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files of writeups,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constraining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DIFFABLE: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sst-* writeups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just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Phase 1 was a SPIKE with a keep/extend/replace decision: validate off-the-shelf graphify before investing in custom extraction. It sufficed — and it stayed.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commands built in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ONLY step with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and /kg-refresh — Claude Code 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behind it: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all of data/ is ignored → running the detector in place finds 0 files. Hence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That's why /kg-refresh is a skill, not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(/graphify, subagents in parallel) is a Claude step; the bookends are deterministic.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each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info panel, community filter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the god-nodes are a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it's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&lt;ticket|topic&gt; # neighbors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path  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exact node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rebuild (cheap)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workflow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history-first rule: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at WHAT to read; doesn't replace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5-6 tickets sharing that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gets rebuilt, but hand-authored files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in the build, zero LLM in the query.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One line; two-tier CLAUDE.md; sessions that travel.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both.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workflows.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method productized.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to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proven on Copilot; machine-sync with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history-first, no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A real example: application architecture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